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B5B"/>
                </a:solidFill>
              </a:defRPr>
            </a:pPr>
            <a:r>
              <a:t>KS Credit</a:t>
            </a:r>
          </a:p>
          <a:p>
            <a:pPr>
              <a:defRPr sz="1200"/>
            </a:pPr>
            <a:r>
              <a:t>Compra hoy. Paga a tu ritmo.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Cliente: {{CLIENTE}}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{{PRODUCTO}}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4114800"/>
          </a:xfrm>
          <a:prstGeom prst="rect">
            <a:avLst/>
          </a:prstGeom>
          <a:noFill/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{{IMAGEN_PRODUCTO}}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329184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2B5B"/>
                </a:solidFill>
              </a:defRPr>
            </a:pPr>
            <a:r>
              <a:t>Cuota inicial</a:t>
            </a:r>
          </a:p>
          <a:p>
            <a:pPr>
              <a:defRPr sz="2000"/>
            </a:pPr>
            <a:r>
              <a:t>{{CUOTA_INICIAL}}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468880"/>
            <a:ext cx="329184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2B5B"/>
                </a:solidFill>
              </a:defRPr>
            </a:pPr>
            <a:r>
              <a:t>Cuotas</a:t>
            </a:r>
          </a:p>
          <a:p>
            <a:pPr>
              <a:defRPr sz="2000"/>
            </a:pPr>
            <a:r>
              <a:t>{{NUM_CUOTAS}} {{FRECUENCIA}}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566160"/>
            <a:ext cx="329184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C8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0F2B5B"/>
                </a:solidFill>
              </a:defRPr>
            </a:pPr>
            <a:r>
              <a:t>Valor por cuota</a:t>
            </a:r>
          </a:p>
          <a:p>
            <a:pPr>
              <a:defRPr sz="2000"/>
            </a:pPr>
            <a:r>
              <a:t>{{VALOR_CUOTA}}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760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✔ Producto original    ✔ Garantía    ✔ Compra fácil    ✔ Atención personalizada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6400800"/>
            <a:ext cx="6400800" cy="1280160"/>
          </a:xfrm>
          <a:prstGeom prst="roundRect">
            <a:avLst/>
          </a:prstGeom>
          <a:solidFill>
            <a:srgbClr val="0F2B5B"/>
          </a:solidFill>
          <a:ln>
            <a:solidFill>
              <a:srgbClr val="0F2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¡Estrena hoy!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Compra el producto que deseas y págalo en cuotas cómodas.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